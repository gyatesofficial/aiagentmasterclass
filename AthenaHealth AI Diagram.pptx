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Orchestrating In-House LLMs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Patient Intake &amp; Claims Data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583680" y="274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AC7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athenahealth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40280" y="1051560"/>
            <a:ext cx="6583680" cy="2880360"/>
          </a:xfrm>
          <a:prstGeom prst="roundRect">
            <a:avLst>
              <a:gd name="adj" fmla="val 3810"/>
            </a:avLst>
          </a:prstGeom>
          <a:solidFill>
            <a:srgbClr val="161E30">
              <a:alpha val="60000"/>
            </a:srgbClr>
          </a:solidFill>
          <a:ln w="19050">
            <a:solidFill>
              <a:srgbClr val="7C5CF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377440" y="1097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7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161E30">
              <a:alpha val="40000"/>
            </a:srgbClr>
          </a:solidFill>
          <a:ln w="12700">
            <a:solidFill>
              <a:srgbClr val="3D4F7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232F4A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Patient Intake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232F4A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060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Claims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50876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1C2640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5CFC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246888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1C2640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468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3258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A2540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1325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Business 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D0E0"/>
                </a:solidFill>
              </a:rPr>
              <a:t>Medical Terminology · Billing Codes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492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194560"/>
            <a:ext cx="2194560" cy="1508760"/>
          </a:xfrm>
          <a:prstGeom prst="roundRect">
            <a:avLst>
              <a:gd name="adj" fmla="val 6061"/>
            </a:avLst>
          </a:prstGeom>
          <a:solidFill>
            <a:srgbClr val="1A1A3E"/>
          </a:solidFill>
          <a:ln w="25400">
            <a:solidFill>
              <a:srgbClr val="7C5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21945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In-House LLMs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</a:rPr>
              <a:t>Patient intake 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</a:rPr>
              <a:t>Claims classification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13258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32F4A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325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Predictive 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5B0"/>
                </a:solidFill>
              </a:rPr>
              <a:t>Patient behavior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5B0"/>
                </a:solidFill>
              </a:rPr>
              <a:t>forecasting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260604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232F4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6060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Analytics Dashboards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5B0"/>
                </a:solidFill>
              </a:rPr>
              <a:t>&amp; Predictive Use Cases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5CFC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2651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5CFC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5CFC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5CFC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237744" cy="237744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DAGs coordinate ingestion 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of raw data, then pass it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each LLM call.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337560" y="4114800"/>
            <a:ext cx="237744" cy="237744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B2E"/>
                </a:solidFill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ensures correct business context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fed into every model run — preventing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on healthcare data.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400800" y="4114800"/>
            <a:ext cx="237744" cy="237744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2084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orchestrates pipelines that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&amp; deliver data into ML models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analytics dashboards.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926080" y="46177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A1A3E"/>
          </a:solidFill>
          <a:ln w="19050">
            <a:solidFill>
              <a:srgbClr val="7C5CFC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2926080" y="4617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— Core Orchestrator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2880" y="137160"/>
            <a:ext cx="457200" cy="0"/>
          </a:xfrm>
          <a:prstGeom prst="line">
            <a:avLst/>
          </a:prstGeom>
          <a:noFill/>
          <a:ln w="19050">
            <a:solidFill>
              <a:srgbClr val="7C5C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" y="137160"/>
            <a:ext cx="0" cy="457200"/>
          </a:xfrm>
          <a:prstGeom prst="line">
            <a:avLst/>
          </a:prstGeom>
          <a:noFill/>
          <a:ln w="19050">
            <a:solidFill>
              <a:srgbClr val="7C5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5006340"/>
            <a:ext cx="457200" cy="0"/>
          </a:xfrm>
          <a:prstGeom prst="line">
            <a:avLst/>
          </a:prstGeom>
          <a:noFill/>
          <a:ln w="19050">
            <a:solidFill>
              <a:srgbClr val="7C5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0" y="4549140"/>
            <a:ext cx="0" cy="457200"/>
          </a:xfrm>
          <a:prstGeom prst="line">
            <a:avLst/>
          </a:prstGeom>
          <a:noFill/>
          <a:ln w="19050">
            <a:solidFill>
              <a:srgbClr val="7C5CF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AthenaHealth - Orchestrating In-House LLMs</dc:title>
  <dc:subject>PptxGenJS Presentation</dc:subject>
  <dc:creator>George Yates</dc:creator>
  <cp:lastModifiedBy>George Yates</cp:lastModifiedBy>
  <cp:revision>1</cp:revision>
  <dcterms:created xsi:type="dcterms:W3CDTF">2026-03-26T20:08:28Z</dcterms:created>
  <dcterms:modified xsi:type="dcterms:W3CDTF">2026-03-26T20:08:28Z</dcterms:modified>
</cp:coreProperties>
</file>